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B202B-C23F-A431-DDF7-3203B6320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BDA83-970D-43A4-B150-68CFEF11D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C652-25F8-A015-1A24-5325A541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C1EB1-BBC5-E51C-A49F-0EFD5836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CEE9-1597-9859-0400-8DBE83D4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9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2301-E498-A325-D9B0-B945C05E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AC2A-4068-6D92-3E33-05C9C4D29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1C804-D352-AAEE-B0E4-22E693B2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4804A-3F52-710B-FC29-436618F2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2D16B-A385-A6BE-3B93-3B07BFF2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2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E6C04-47CE-C2D8-CE03-22A9D836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81548-E18F-A4A4-AE60-B2203671F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0DC76-5715-C92A-F414-7CC861E8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A92B-8261-DED5-49AC-FE5E10A27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28E9-5375-09AF-F981-37B6D37C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7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4AD1-8303-3209-09B7-EC331B23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ACEB-4807-3000-0351-FCD3F1D5E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D6663-7E6B-2586-FF6B-ABAD33ED3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3D822-9227-281A-5BAB-1187674C0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11D6D-F3C9-CE57-FA5E-E82B97A4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4FA4C-61B5-7881-BEF2-6C459935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6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106E-D23D-B97D-0ED0-162442A1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B479E-CB03-7C45-AB89-2202C75E6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06B8A-189A-D3EA-8CB3-2079306BE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E5642-44B5-61C1-B0E1-5B399CBDD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60B65-4ADF-4580-2D5D-D9D1F3C23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16E5A-CF97-5324-B723-A04BD646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5F27D-2DE2-54F9-95FA-A2DCD146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B953E-466A-E40A-6F81-C11CCF92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1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9D26-C624-4713-44C5-81025D5A1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EEF33-41F6-12EA-ED54-55E5B09D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78F79-34AD-188E-55FD-2821A140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C4704-0B42-F77D-25CD-B50471D7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10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C9C38-4928-9916-7F9C-891423C6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E3B1D-3DA8-91F6-3172-ED12FFDC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D481D-A677-1E1F-2479-4F5832A3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2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7F1B4-90D8-C435-D7A3-C8D07A5E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21A6-20BB-C88B-4B3D-6A472D2FF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A78F5-AC95-021C-C978-1EEBEA36B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2EB88-26F9-F594-2366-83DD7359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8B707-8FB5-3D71-68EA-D7250330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6A756-FC13-6B37-D965-420516BB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8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E183-5FD1-D956-08F0-FED1579F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D7C8A-6566-2525-B489-47C44E1612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484F1-D69C-5C0E-A83A-D8F95A2C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B42CA-DEA3-9D3D-9B3D-84545629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0F68-D70C-F98C-171B-4986B01AC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DCDC6-F874-B6CC-0010-0CD77017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8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9A7D-EFB7-4450-3FFF-2ADC25C5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19BC3-EFE6-C534-735D-6C0A47DB0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C07EB-FF62-A977-1B70-25B87181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AE234-440F-4D3C-E191-6850D0B1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D5092-C2FF-585E-5F0C-22B22DEF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3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EBB5E-5704-F498-3E7D-8D77D4B9E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F6C1A-4664-9DA1-00FC-9FCF4CB8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4D9A1-06D5-8F4B-B6B7-5943CAD2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A9D24-DD1D-5210-3304-BB37A74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30CA-427B-7F65-79B5-C2349BAF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8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3F41C-83E8-814D-4E26-5118EEE14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2960F-081D-B770-2D26-EE8504810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16F78-A66A-7F3B-9D39-62D0A87DB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4FF25-34FB-4085-B78E-638481E7F5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4F9F8-E5A2-75AF-1019-AEDAC6A25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B22FD-0C8F-2C53-2E5B-DF169FAE5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49B08-2386-46C9-B30F-E2FC360EE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9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23F14B-0FAA-3CA4-1A07-994E4100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20" y="563828"/>
            <a:ext cx="6173061" cy="4048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C4AC55-9F45-9C9E-74E3-553489117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94"/>
          <a:stretch/>
        </p:blipFill>
        <p:spPr>
          <a:xfrm>
            <a:off x="7344777" y="925450"/>
            <a:ext cx="3058519" cy="207291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FA48762-0B36-A63B-F29A-25A5EC1EB606}"/>
              </a:ext>
            </a:extLst>
          </p:cNvPr>
          <p:cNvSpPr/>
          <p:nvPr/>
        </p:nvSpPr>
        <p:spPr>
          <a:xfrm>
            <a:off x="7459851" y="4487693"/>
            <a:ext cx="200025" cy="200025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6DEA55-54BE-9CC8-B3F3-2A3E648D1975}"/>
              </a:ext>
            </a:extLst>
          </p:cNvPr>
          <p:cNvSpPr txBox="1"/>
          <p:nvPr/>
        </p:nvSpPr>
        <p:spPr>
          <a:xfrm>
            <a:off x="7662418" y="4458150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3000 MW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5543A-861B-9840-2121-4FE603A381C0}"/>
              </a:ext>
            </a:extLst>
          </p:cNvPr>
          <p:cNvSpPr/>
          <p:nvPr/>
        </p:nvSpPr>
        <p:spPr>
          <a:xfrm flipH="1">
            <a:off x="7523987" y="3578223"/>
            <a:ext cx="66675" cy="66675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C3887B-86A0-007B-2A6E-A9660CEE4541}"/>
              </a:ext>
            </a:extLst>
          </p:cNvPr>
          <p:cNvSpPr txBox="1"/>
          <p:nvPr/>
        </p:nvSpPr>
        <p:spPr>
          <a:xfrm>
            <a:off x="7662418" y="3480756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500 MW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31E5368-28E3-2333-E560-CD38249DAC19}"/>
              </a:ext>
            </a:extLst>
          </p:cNvPr>
          <p:cNvSpPr/>
          <p:nvPr/>
        </p:nvSpPr>
        <p:spPr>
          <a:xfrm flipH="1">
            <a:off x="7504298" y="3854980"/>
            <a:ext cx="108592" cy="108592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6487D-4E8A-235F-D34C-235B4D0EF38E}"/>
              </a:ext>
            </a:extLst>
          </p:cNvPr>
          <p:cNvSpPr txBox="1"/>
          <p:nvPr/>
        </p:nvSpPr>
        <p:spPr>
          <a:xfrm>
            <a:off x="7662418" y="3765493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1000 MW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0A035E-D4BC-0D52-8635-D946F3292000}"/>
              </a:ext>
            </a:extLst>
          </p:cNvPr>
          <p:cNvSpPr/>
          <p:nvPr/>
        </p:nvSpPr>
        <p:spPr>
          <a:xfrm>
            <a:off x="7480489" y="4140585"/>
            <a:ext cx="158750" cy="158750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719109-E384-0681-B6CD-2B84C4BA6D76}"/>
              </a:ext>
            </a:extLst>
          </p:cNvPr>
          <p:cNvSpPr txBox="1"/>
          <p:nvPr/>
        </p:nvSpPr>
        <p:spPr>
          <a:xfrm>
            <a:off x="7662418" y="4073088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2000 MW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87F01-5221-57CC-D8E7-A24EE9CB2BE1}"/>
              </a:ext>
            </a:extLst>
          </p:cNvPr>
          <p:cNvSpPr txBox="1"/>
          <p:nvPr/>
        </p:nvSpPr>
        <p:spPr>
          <a:xfrm>
            <a:off x="7351539" y="3140937"/>
            <a:ext cx="148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Capacity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6820C3-D8F0-9B3F-E47F-A3C37A016272}"/>
              </a:ext>
            </a:extLst>
          </p:cNvPr>
          <p:cNvSpPr txBox="1"/>
          <p:nvPr/>
        </p:nvSpPr>
        <p:spPr>
          <a:xfrm>
            <a:off x="7388137" y="599621"/>
            <a:ext cx="148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67641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FFBD84-72DE-C02F-733A-53AEA78AE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02" y="1207841"/>
            <a:ext cx="9175275" cy="42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2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D0E878-6EE6-9F69-917B-85AE88DE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98" y="1305052"/>
            <a:ext cx="6450969" cy="39772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3754E2-7AB3-DAEB-1DE0-A8506D4C08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94"/>
          <a:stretch/>
        </p:blipFill>
        <p:spPr>
          <a:xfrm>
            <a:off x="7116430" y="1630881"/>
            <a:ext cx="3058519" cy="20729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E384B47-9F0B-288F-C7D5-7F0AADA2B671}"/>
              </a:ext>
            </a:extLst>
          </p:cNvPr>
          <p:cNvSpPr/>
          <p:nvPr/>
        </p:nvSpPr>
        <p:spPr>
          <a:xfrm>
            <a:off x="7231504" y="5193124"/>
            <a:ext cx="200025" cy="200025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6EC86-FA8C-C0E3-FE60-9FA3204E61D9}"/>
              </a:ext>
            </a:extLst>
          </p:cNvPr>
          <p:cNvSpPr txBox="1"/>
          <p:nvPr/>
        </p:nvSpPr>
        <p:spPr>
          <a:xfrm>
            <a:off x="7434071" y="5163581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3000 MW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42EAC6-96C1-9201-BC97-1A4939FF5C8B}"/>
              </a:ext>
            </a:extLst>
          </p:cNvPr>
          <p:cNvSpPr/>
          <p:nvPr/>
        </p:nvSpPr>
        <p:spPr>
          <a:xfrm flipH="1">
            <a:off x="7295640" y="4283654"/>
            <a:ext cx="66675" cy="66675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CDDBC-0DF2-0F3B-8CCC-0BA6037D3F67}"/>
              </a:ext>
            </a:extLst>
          </p:cNvPr>
          <p:cNvSpPr txBox="1"/>
          <p:nvPr/>
        </p:nvSpPr>
        <p:spPr>
          <a:xfrm>
            <a:off x="7434071" y="4186187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500 MW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4C60D1-A2BE-70DB-652F-795F416E0302}"/>
              </a:ext>
            </a:extLst>
          </p:cNvPr>
          <p:cNvSpPr/>
          <p:nvPr/>
        </p:nvSpPr>
        <p:spPr>
          <a:xfrm flipH="1">
            <a:off x="7275951" y="4560411"/>
            <a:ext cx="108592" cy="108592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2374E4-41C5-3F01-8DBB-77EE4D24DF88}"/>
              </a:ext>
            </a:extLst>
          </p:cNvPr>
          <p:cNvSpPr txBox="1"/>
          <p:nvPr/>
        </p:nvSpPr>
        <p:spPr>
          <a:xfrm>
            <a:off x="7434071" y="4470924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1000 MW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BF217C-0B89-54E3-00C9-DA39E55CBB60}"/>
              </a:ext>
            </a:extLst>
          </p:cNvPr>
          <p:cNvSpPr/>
          <p:nvPr/>
        </p:nvSpPr>
        <p:spPr>
          <a:xfrm>
            <a:off x="7252142" y="4846016"/>
            <a:ext cx="158750" cy="158750"/>
          </a:xfrm>
          <a:prstGeom prst="ellipse">
            <a:avLst/>
          </a:prstGeom>
          <a:noFill/>
          <a:ln w="190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76DAC9-898C-5FEE-117E-4E347B0C001B}"/>
              </a:ext>
            </a:extLst>
          </p:cNvPr>
          <p:cNvSpPr txBox="1"/>
          <p:nvPr/>
        </p:nvSpPr>
        <p:spPr>
          <a:xfrm>
            <a:off x="7434071" y="4778519"/>
            <a:ext cx="1485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2000 MW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42E3D6-FC3E-7713-3504-47C431A97AC4}"/>
              </a:ext>
            </a:extLst>
          </p:cNvPr>
          <p:cNvSpPr txBox="1"/>
          <p:nvPr/>
        </p:nvSpPr>
        <p:spPr>
          <a:xfrm>
            <a:off x="7123192" y="3846368"/>
            <a:ext cx="148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Capacity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55231-A9C2-B645-B4B7-AC144D2D2057}"/>
              </a:ext>
            </a:extLst>
          </p:cNvPr>
          <p:cNvSpPr txBox="1"/>
          <p:nvPr/>
        </p:nvSpPr>
        <p:spPr>
          <a:xfrm>
            <a:off x="7159790" y="1305052"/>
            <a:ext cx="1485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288825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DF7AA4-FFA8-F5FF-3795-8DA1ECB5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23" y="1256009"/>
            <a:ext cx="9437426" cy="42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6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20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Dahlke, Steven</dc:creator>
  <cp:lastModifiedBy>Dahlke, Steven</cp:lastModifiedBy>
  <cp:revision>3</cp:revision>
  <dcterms:created xsi:type="dcterms:W3CDTF">2025-05-29T14:25:44Z</dcterms:created>
  <dcterms:modified xsi:type="dcterms:W3CDTF">2025-08-21T19:55:54Z</dcterms:modified>
</cp:coreProperties>
</file>